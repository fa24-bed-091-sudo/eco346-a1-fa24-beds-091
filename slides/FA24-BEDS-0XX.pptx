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Earnings in urban Sindh: distribution and age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/>
              <a:t>ECO346 Assignment 1 · FA24-BEDS-0XX · Section A</a:t>
            </a:r>
          </a:p>
          <a:p>
            <a:pPr>
              <a:spcAft>
                <a:spcPts val="1000"/>
              </a:spcAft>
            </a:pPr>
            <a:r>
              <a:rPr sz="2400"/>
              <a:t>Variant 3 = Sindh urban (prov_code 3, urban_rural 2)</a:t>
            </a:r>
          </a:p>
          <a:p>
            <a:pPr>
              <a:spcAft>
                <a:spcPts val="1000"/>
              </a:spcAft>
            </a:pPr>
            <a:r>
              <a:rPr sz="2400"/>
              <a:t>PSLM 2019-20 · earners aged 15-64 with earnings &gt; 0 · n = 2,644 · weighted by hhweight</a:t>
            </a:r>
          </a:p>
          <a:p>
            <a:pPr>
              <a:spcAft>
                <a:spcPts val="1000"/>
              </a:spcAft>
            </a:pPr>
            <a:r>
              <a:rPr sz="2400"/>
              <a:t>Median Rs 264,000 · 90th percentile Rs 696,000 · P90/P10 = 5.80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The makeover: R's default vs. the redesign</a:t>
            </a:r>
          </a:p>
        </p:txBody>
      </p:sp>
      <p:pic>
        <p:nvPicPr>
          <p:cNvPr id="3" name="Picture 2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4206240"/>
          </a:xfrm>
          <a:prstGeom prst="rect">
            <a:avLst/>
          </a:prstGeom>
        </p:spPr>
      </p:pic>
      <p:pic>
        <p:nvPicPr>
          <p:cNvPr id="4" name="Picture 3" descr="relation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630738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Changes: log scale in rupees · jitter + transparency (overplotting) · weighted band means (conditional means) · direct annotation and finding title · less non-data 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Half of urban Sindh earners make under Rs 264,000; the top tenth over Rs 696,000</a:t>
            </a:r>
          </a:p>
        </p:txBody>
      </p:sp>
      <p:pic>
        <p:nvPicPr>
          <p:cNvPr id="3" name="Picture 2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63836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P90/P10 = 5.80</a:t>
            </a:r>
          </a:p>
          <a:p>
            <a:pPr>
              <a:spcAft>
                <a:spcPts val="1000"/>
              </a:spcAft>
            </a:pPr>
            <a:r>
              <a:rPr sz="1800"/>
              <a:t>Weighted median is above the unweighted (Rs 252,000)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Most important finding: pay rises with age, peaking at 55-59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/>
              <a:t>25-29: Rs 303,154 · 45-49: Rs 431,697 · 55-59: Rs 542,400 (peak) · 60-64: Rs 414,262</a:t>
            </a:r>
          </a:p>
          <a:p>
            <a:pPr>
              <a:spcAft>
                <a:spcPts val="1000"/>
              </a:spcAft>
            </a:pPr>
            <a:r>
              <a:rPr sz="2400"/>
              <a:t>Huge spread at every age: age explains little of who earns what.</a:t>
            </a:r>
          </a:p>
          <a:p>
            <a:pPr>
              <a:spcAft>
                <a:spcPts val="1000"/>
              </a:spcAft>
            </a:pPr>
            <a:r>
              <a:rPr sz="2400"/>
              <a:t>Limit: one cross-section, so age and cohort effects are mixed.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